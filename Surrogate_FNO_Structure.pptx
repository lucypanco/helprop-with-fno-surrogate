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Surrogate FNO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Neural Operator for HelProp Transfer Matrix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18288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Fourier Neural Operator that maps HelProp physics parameters (D₀, m, ...)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to 2D solar modulation transfer matrices M[ETOA, ELIS].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  </a:t>
            </a:r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SpectralConv2d  </a:t>
            </a:r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Cross-Entropy Loss  </a:t>
            </a:r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GPU-Accelerated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helprop_surrogate/fno/model.py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an FNO Surrogate?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HelProp is a Monte Carlo simulation tracing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cosmic-ray propagation through the heliosphere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parameter evaluation: </a:t>
            </a:r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~minutes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particle batch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MCMC inference requires </a:t>
            </a:r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10⁴–10⁶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likelihood evaluations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Direct HelProp in MCMC loop is </a:t>
            </a:r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intractable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914400"/>
            <a:ext cx="54864" cy="3474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once on a Latin hypercube design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HelProp runs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full transfer matrix in </a:t>
            </a:r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~milliseconds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(GPU)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from FNO's grid-structured inductive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— transfer matrices are smooth 2D distributions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backends available: </a:t>
            </a:r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/ NumPy-MDN / Torch-MDN / FNO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Pipeline: HelProp → Matrix Dataset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54864" cy="3474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Hypercube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200+ parameter 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(D₀, m, ...) in ranges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D₀ ∈ [0.1, 50], m ∈ [-2, 2]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helprop_surrogate/matrix_data.py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914400"/>
            <a:ext cx="54864" cy="3474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1051560"/>
            <a:ext cx="365760" cy="36576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1097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HelProp Simulation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155448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1k–10k particles/ETOA bin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ETOA × 30 ELIS grid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BSON output with transfer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M + metadata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14400"/>
            <a:ext cx="54864" cy="3474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05156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1097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55448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load_npz_matrices() reads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.npz → MatrixDataset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(theta, matrices, grids)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Row-normalized, float32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91440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9440" y="914400"/>
            <a:ext cx="54864" cy="3474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0" y="105156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0" y="1097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155448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70/15/15 split by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RNG seed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files .txt saved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 applied per-sample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MatrixDataset: theta[N, n_params], matrices[N, n_etoa, n_elis], etoa_grid[n_etoa], elis_grid[n_elis]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 Encoding: From Physics Parameters to 4D Tensor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657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Parameters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D₀, m, A, Z, B₀, polarity, angle,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Log-transform: D₀ → log₁₀(D₀)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Standardize: (θ - μ) / σ  (per-param)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Coordinate Channels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417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0: log(ETOA) — standardized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1: log(ELIS) — standardized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Broadcast to full [n_etoa, n_elis] grid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Input Tensor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4173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Shape: [B, 2+n_p, n_etoa, n_elis]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[B, 4, 30, 30] (default)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concat([coord_ch, param_ch], dim=1)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0" y="2834640"/>
            <a:ext cx="1371600" cy="182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grid visualization: param channels are constant per sample, coordinate channels vary spatially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_input_grid() — model.py:292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_input_grid(self, theta_tensor, torch):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coords = self._coordinate_channels(n_batch, torch)        # [B, 2, nE, nL]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param_channels = theta_tensor[:,:,None,None].expand(...)  # [B, n_p, nE, nL]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torch.cat([coords, param_channels], dim=1)          # [B, 2+n_p, nE, nL]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FNO2d: The Fourier Neural Operator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840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1463040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4, 30, 30]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1188720"/>
            <a:ext cx="1463040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Conv2d(4→32)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1×1 kernel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874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Ch: 4→32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31920" y="1188720"/>
            <a:ext cx="1463040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Spectral Block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×4 layers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1874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Ch: 32→32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77840" y="1188720"/>
            <a:ext cx="1463040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Conv2d(32→1)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2-stage MLP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1874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Ch: 32→64→1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223760" y="1188720"/>
            <a:ext cx="1463040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30, 30]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1508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1508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1508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1508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Block Detail (×4, repeated identically)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2560320"/>
            <a:ext cx="7772400" cy="8229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260604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→ </a:t>
            </a:r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SpectralConv2d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 + </a:t>
            </a:r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(1×1, pointwise)(x)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GeLU  →  Dropout2d(5%)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566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FNO2d(nn.Module):                                              # model.py:433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self.lift(x)                             # Conv2d(4→32, 1×1)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spectral, pointwise in zip(self.spectral, self.pointwise):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 = F.gelu(spectral(x) + pointwise(x))    # Skip connection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F.gelu(self.proj1(x))                     # Conv2d(32→64, 1×1)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self.proj2(x).squeeze(1)               # Conv2d(64→1, 1×1)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SpectralConv2d: Learning in Fourier Space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840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rfft2(x)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2D real FFT of input feature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einsum(...)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complex mult with learnable weights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Positive frequencies + Negative frequencies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irfft2(out_ft, s=(h,w))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inverse FFT back to spatial domain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tensors: complex [C_in, C_out, modes_E, modes_L]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weights_pos — positive half of frequency spectrum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weights_neg — negative half of frequency spectrum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914400"/>
            <a:ext cx="54864" cy="38404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modes_etoa  = 10  — Fourier modes along ETOA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modes_elis  = 10  — Fourier modes along ELIS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the lowest 10 frequency modes are learned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(per dimension)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built-in low-pass filter — smooth inductive bias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the key FNO innovation: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convolution via multiplication in Fourier domain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global receptive field, not local like CNN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resolution-invariant operator (in principle)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36576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57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torch.einsum("bixy,iox y→boxy",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x_ft[:,:,:mode_h,:mode_w], weights_pos)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Loss Function: Row-Wise Cross-Entropy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840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cross-entropy for transfer matrices?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M[i,:] is a conditional probability distribution p(ELIS | ETOA[i], θ). The model outputs logits over LIS bins; cross-entropy = -Σ target_row · log(softmax(logits_row)).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657600" cy="731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-1/N · Σᵢ Σⱼ tᵢⱼ · log(softmax(ℓᵢ)ⱼ)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target / target.sum(dim=-1)   (renormalized)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 = model logits      σ(ℓ)ᵢ = e^ℓᵢ / Σⱼ e^ℓⱼ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468880"/>
            <a:ext cx="3657600" cy="731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468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_row_cross_entropy(logits, target, F):     # model.py:365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 = target / target.sum(dim=-1, keepdim=True)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log_probs = F.log_softmax(logits, dim=-1)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-(target * log_probs).sum(dim=-1).mean()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train_loss / val_loss  — cross-entropy (selection criterion)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train_rmse / val_rmse  — RMSE between softmax(logits) and target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matrix_rmse  — test-time final metric         row_KL  — per-row KL divergence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Procedure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840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 Method — model.py:59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Prepare inputs: θ standardized, matrices row-normed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Build FNO2d: input_channels = n_params + 2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DataLoader: TensorDataset, batch_size=16, shuffle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Optimizer: AdamW (lr=1e-3, wd=1e-4)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For each epoch (1..300):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Train: forward → cross-entropy → backward → step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Eval: full-batch train_loss, val_loss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Track best validation loss → save state_dict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Restore best state, set model.eval()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914400"/>
            <a:ext cx="54864" cy="38404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&amp; History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 every N epochs → .pt files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tracked per epoch: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epoch, train_loss, val_loss,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train_rmse, val_rmse, lr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Post-training outputs (train.py):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loss_history.csv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config.json (all params)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val_predictions.npz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val_residuals.npz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val_metrics.csv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test_metrics.json (final RMSE)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Inference: From Parameters to Modulated Spectrum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840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predict_spectrum() Call Chain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7724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8132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predict_spectrum(etoa, elis, lis_flux, theta)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71907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kernel.predict_spectrum() → model.py:225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77724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2140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matrix(etoa, elis, theta)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35915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 grid matches training → model.py:196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77724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6148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 predict_matrices(theta_array)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inference, F.softmax(logits, dim=-1) → model.py:213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77724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0156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└─ _input_grid(theta_tensor) → FNO2d.forward()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363931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 [B, 4, 30, 30] tensor → forward pass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77724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4164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fold_lis(M, etoa, elis, lis_flux, A)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27939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TOA = M @ (LIS / p_lis²) * p_toa² → kernel.py:333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Spectrum Folding: fold_lis()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8404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Physics: phase-space density conservation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4114800" cy="10972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J_TOA(E_toa) = p_toa² · Σᵢ M[itoa,i] · J_LIS(E_lis,i) / p_lis,i²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√(Eᵣᵩⁿ · (Eᵣᵩⁿ + 2·mₚ)) · A    (ekin_to_momentum)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M[i] = transfer matrix row (from FNO or other)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matches HelProp.cc:279 exactly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— kernel.py:333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1783080"/>
            <a:ext cx="3200400" cy="7772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p_lis = ekin_to_momentum(elis, 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p_toa = ekin_to_momentum(etoa, 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= lis / (p_lis * p_lis)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(M @ weighted) * (p_toa * p_toa)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 enforced by FNO: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Fixed grid: etoa_grid + elis_grid must match training exactly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Row-normalized via F.softmax(dim=-1) — each row sums to 1.0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Non-negative probabilities (by construction of softmax)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Differentiable end-to-end (for gradient-based inference)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HelPropKernelModel: Unified Wrapper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840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common interface for all 4 backends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HelPropKernelModel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kernel: FNO | KDE | MDN | TorchMDN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learned: (D0, m, ...) — tunable params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fixed: {A, Z, B0, ...} — baked in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ranges: {D0: [0.1, 50], ...}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matrix(options, etoa, elis) → np.ndarray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predict_spectrum(options, lis_flux, ...) → np.ndarray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save(path) / load_model(path) — pickle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914400"/>
            <a:ext cx="54864" cy="3840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Comparison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463040"/>
            <a:ext cx="3566160" cy="182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Grid  Speed  GPU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KDE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Any  Slow    No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2148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MDN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 Fast   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2423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 MDN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Any  Fast  Yes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FNO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Fixed Fast  Yes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3017520"/>
            <a:ext cx="3566160" cy="182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200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is the only backend that: learns on the 2D grid via spectral convolutions, enforces smoothness via low-frequency truncation, and requires a fixed energy grid at inference.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model.py — 48-168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MCMC Integration: SurrogateRunner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8404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helprop_mcmc/surrogate_runner.py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657600" cy="1463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SurrogateRunner: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model_path, lis_input, fixed):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self.model = load_model(model_path)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run(self, D0, m_corot):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options = {D0, m, ...}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flux = self.model.predict_spectrum(...)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LogInterp(flux)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MCMC integration flow: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mcmc_analysis.py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--backend surrogate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--surrogate-model kernel_fno.pkl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Replaces direct HelProp calls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SurrogateRunner.run()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Speedup: minutes → milliseconds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Same likelihood interface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7772400" cy="731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pipeline: HelProp (C++) → BSON → MatrixDataset (NPZ) → FNO Training → HelPropKernelModel (PKL) → SurrogateRunner → MCMC (emcee/pymc)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Hyperparameters &amp; Defaults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840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71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12710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17520" y="1271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channel count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1490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n_layers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0" y="1490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17520" y="1490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blocks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31520" y="1709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modes_etoa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86000" y="17099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17520" y="1709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modes (ETOA)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31520" y="19293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modes_elis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0" y="19293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17520" y="1929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modes (ELIS)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31520" y="2148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projection_size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0" y="2148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17520" y="2148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 in projector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31520" y="2368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86000" y="2368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17520" y="2368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Dropout2d rate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31520" y="2807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026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86000" y="30266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17520" y="3026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learning rate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31520" y="3246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weight_decay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86000" y="32461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017520" y="3246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weight decay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31520" y="34655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286000" y="34655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017520" y="34655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31520" y="3685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286000" y="3685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17520" y="3685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size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31520" y="3904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286000" y="3904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017520" y="3904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RNG seed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46320" y="1051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1271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param_names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0" y="12710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(D0, m)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23760" y="1271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params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46320" y="1490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n_etoa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00800" y="1490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223760" y="1490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ETOA grid bins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846320" y="1709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n_elis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00800" y="17099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223760" y="1709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 grid bins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846320" y="19293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n_runs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00800" y="19293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223760" y="1929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846320" y="2148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train/val/test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400800" y="2148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70/15/15%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223760" y="2148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846320" y="2587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Eval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46320" y="2807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CE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400800" y="28072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cross-entropy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223760" y="2807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loss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846320" y="3026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400800" y="30266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matrix-level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223760" y="3026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metric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846320" y="3246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row_KL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400800" y="32461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 divergence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223760" y="3246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Per-row metric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846320" y="3685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846320" y="3904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400800" y="3904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cuda/cpu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223760" y="3904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 GPU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File Layout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840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FNO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helprop_surrogate/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fno/model.py        — FNO2d, SpectralConv2d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fno/train.py        — CLI training script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model.py            — HelPropKernelModel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kernel.py           — KDE + fold_lis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neural.py           — NumPy MDN backend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torch_neural.py     — PyTorch MDN backend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matrix_data.py      — dataset generation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data.py             — TransitionDataset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predict_kernel.py   — CLI inference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validate.py         — Validation metrics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nsf/                — (future) Neural Spline Flows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914400"/>
            <a:ext cx="54864" cy="38404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helprop_mcmc/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surrogate_runner.py     — MCMC adapter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mcmc_analysis.py        — --backend surrogate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helprop_surrogate/tests/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test_fno.py             — FNO train/save/load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test_fno_data.py        — Matrix dataset gen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test_torch_neural.py    — Torch MDN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run output: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fno_runs/run_0001/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data/matrices.npz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config.json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kernel_fno.pkl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logs/loss_history.csv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checkpoints/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validation/, testing/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Surrogate FNO — 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258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1⃣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in Fourier Space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SpectralConv2d with 10×10 Fourier modes provides global receptive field and smooth inductive bias for 2D transfer matrices.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19456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40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2⃣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240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Grid-Locked by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514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KDE/MDN backends, FNO requires a fixed ETOA×ELIS grid. The tradeoff is higher accuracy on that grid.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0896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54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3⃣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154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Probability-Aware Loss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429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Row-wise cross-entropy treats each matrix row as a categorical distribution, matching the probabilistic nature of solar modulation.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2336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690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4⃣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069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µs Inference at MCMC Scale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343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minutes (HelProp) to milliseconds (FNO GPU) per likelihood evaluation, enabling full Bayesian inference with 10⁵+ samples.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helprop_surrogate/fno/model.py  |  TorchFNOTransferMatrixSurrogate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Surrogate FNO — Structure &amp; Architecture</dc:title>
  <dc:subject>PptxGenJS Presentation</dc:subject>
  <dc:creator>HelProp</dc:creator>
  <cp:lastModifiedBy>HelProp</cp:lastModifiedBy>
  <cp:revision>1</cp:revision>
  <dcterms:created xsi:type="dcterms:W3CDTF">2026-06-01T15:44:27Z</dcterms:created>
  <dcterms:modified xsi:type="dcterms:W3CDTF">2026-06-01T15:44:27Z</dcterms:modified>
</cp:coreProperties>
</file>